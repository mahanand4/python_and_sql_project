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nand4 Shetty" userId="b2739d33f381c207" providerId="LiveId" clId="{490D4666-7088-4EDE-9734-1BE1EBF1ABDD}"/>
    <pc:docChg chg="modSld">
      <pc:chgData name="Mahanand4 Shetty" userId="b2739d33f381c207" providerId="LiveId" clId="{490D4666-7088-4EDE-9734-1BE1EBF1ABDD}" dt="2026-09-20T09:12:53.107" v="84" actId="20577"/>
      <pc:docMkLst>
        <pc:docMk/>
      </pc:docMkLst>
      <pc:sldChg chg="modSp mod">
        <pc:chgData name="Mahanand4 Shetty" userId="b2739d33f381c207" providerId="LiveId" clId="{490D4666-7088-4EDE-9734-1BE1EBF1ABDD}" dt="2026-09-20T09:12:53.107" v="84" actId="20577"/>
        <pc:sldMkLst>
          <pc:docMk/>
          <pc:sldMk cId="2553583025" sldId="259"/>
        </pc:sldMkLst>
        <pc:spChg chg="mod">
          <ac:chgData name="Mahanand4 Shetty" userId="b2739d33f381c207" providerId="LiveId" clId="{490D4666-7088-4EDE-9734-1BE1EBF1ABDD}" dt="2026-09-20T09:12:53.107" v="84" actId="20577"/>
          <ac:spMkLst>
            <pc:docMk/>
            <pc:sldMk cId="2553583025" sldId="259"/>
            <ac:spMk id="4" creationId="{D489FC46-F90E-2FFB-693F-BCF4E8ACD97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0892-BD75-4244-8262-E20E6A77B801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ED83AB-71BB-44C7-BD4C-932B7876C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122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D83AB-71BB-44C7-BD4C-932B7876CF8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842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06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477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61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68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193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31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97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252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719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57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080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67426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477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120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5614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454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27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73676B4-3541-4B3E-A2A5-84B232874198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98049-FC8B-4155-9458-A67BE2D26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3938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063A-1753-E86E-24E8-2CD754287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8825658" cy="933658"/>
          </a:xfrm>
        </p:spPr>
        <p:txBody>
          <a:bodyPr>
            <a:noAutofit/>
          </a:bodyPr>
          <a:lstStyle/>
          <a:p>
            <a:r>
              <a:rPr lang="en-IN" sz="2800" b="1" dirty="0"/>
              <a:t>Target Database Exploration: An SQL and python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603A3-7510-E21F-6269-61044FF95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2903133"/>
            <a:ext cx="8825658" cy="813917"/>
          </a:xfrm>
        </p:spPr>
        <p:txBody>
          <a:bodyPr>
            <a:normAutofit/>
          </a:bodyPr>
          <a:lstStyle/>
          <a:p>
            <a:r>
              <a:rPr lang="en-IN" sz="2800" b="1" u="sng" dirty="0"/>
              <a:t>Python &amp; SQL Data Analysis Project</a:t>
            </a:r>
          </a:p>
        </p:txBody>
      </p:sp>
    </p:spTree>
    <p:extLst>
      <p:ext uri="{BB962C8B-B14F-4D97-AF65-F5344CB8AC3E}">
        <p14:creationId xmlns:p14="http://schemas.microsoft.com/office/powerpoint/2010/main" val="392540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7C637-7241-53E2-2934-B87283AD9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3394"/>
            <a:ext cx="10515600" cy="3736258"/>
          </a:xfrm>
        </p:spPr>
        <p:txBody>
          <a:bodyPr>
            <a:noAutofit/>
          </a:bodyPr>
          <a:lstStyle/>
          <a:p>
            <a:r>
              <a:rPr lang="en-IN" sz="1800" b="1" dirty="0"/>
              <a:t>Dataset Files:</a:t>
            </a:r>
            <a:br>
              <a:rPr lang="en-IN" sz="1800" dirty="0"/>
            </a:br>
            <a:r>
              <a:rPr lang="en-IN" sz="1800" dirty="0"/>
              <a:t>• Customers.csv – Customer demographic details</a:t>
            </a:r>
            <a:br>
              <a:rPr lang="en-IN" sz="1800" dirty="0"/>
            </a:br>
            <a:r>
              <a:rPr lang="en-IN" sz="1800" dirty="0"/>
              <a:t>• Sellers.csv – Seller information</a:t>
            </a:r>
            <a:br>
              <a:rPr lang="en-IN" sz="1800" dirty="0"/>
            </a:br>
            <a:r>
              <a:rPr lang="en-IN" sz="1800" dirty="0"/>
              <a:t>• Order_Items.csv – Order item details</a:t>
            </a:r>
            <a:br>
              <a:rPr lang="en-IN" sz="1800" dirty="0"/>
            </a:br>
            <a:r>
              <a:rPr lang="en-IN" sz="1800" dirty="0"/>
              <a:t>• Geolocation.csv – Geolocation details</a:t>
            </a:r>
            <a:br>
              <a:rPr lang="en-IN" sz="1800" dirty="0"/>
            </a:br>
            <a:r>
              <a:rPr lang="en-IN" sz="1800" dirty="0"/>
              <a:t>• Payments.csv – Payment details</a:t>
            </a:r>
            <a:br>
              <a:rPr lang="en-IN" sz="1800" dirty="0"/>
            </a:br>
            <a:r>
              <a:rPr lang="en-IN" sz="1800" dirty="0"/>
              <a:t>• Orders.csv – Order history and details</a:t>
            </a:r>
            <a:br>
              <a:rPr lang="en-IN" sz="1800" dirty="0"/>
            </a:br>
            <a:r>
              <a:rPr lang="en-IN" sz="1800" dirty="0"/>
              <a:t>• Products.csv – Product details</a:t>
            </a:r>
            <a:br>
              <a:rPr lang="en-IN" sz="1800" dirty="0"/>
            </a:br>
            <a:r>
              <a:rPr lang="en-IN" sz="1800" b="1" dirty="0"/>
              <a:t>Goal:</a:t>
            </a:r>
            <a:r>
              <a:rPr lang="en-IN" sz="1800" dirty="0"/>
              <a:t> Analyse and visualize business metrics using SQL and Python.</a:t>
            </a:r>
            <a:br>
              <a:rPr lang="en-IN" sz="1800" dirty="0"/>
            </a:b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F2A48-978F-CAC5-486A-89B13599D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23"/>
            <a:ext cx="9180871" cy="4080387"/>
          </a:xfrm>
        </p:spPr>
        <p:txBody>
          <a:bodyPr>
            <a:normAutofit/>
          </a:bodyPr>
          <a:lstStyle/>
          <a:p>
            <a:r>
              <a:rPr lang="en-IN" sz="2800" b="1" u="sng" dirty="0"/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3141859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B246C5A-B01F-2A95-EFA7-E4E43856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189703"/>
            <a:ext cx="9404723" cy="481780"/>
          </a:xfrm>
        </p:spPr>
        <p:txBody>
          <a:bodyPr/>
          <a:lstStyle/>
          <a:p>
            <a:r>
              <a:rPr lang="en-IN" sz="2800" b="1" u="sng" dirty="0"/>
              <a:t>TOOLS &amp; METHODOLOGY</a:t>
            </a:r>
            <a:br>
              <a:rPr lang="en-IN" sz="2800" b="1" dirty="0"/>
            </a:b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F40A33-1AD9-BDE7-C420-E2BA07EAAA24}"/>
              </a:ext>
            </a:extLst>
          </p:cNvPr>
          <p:cNvSpPr txBox="1"/>
          <p:nvPr/>
        </p:nvSpPr>
        <p:spPr>
          <a:xfrm>
            <a:off x="1012723" y="2113935"/>
            <a:ext cx="562846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Tools Used</a:t>
            </a: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SQL</a:t>
            </a:r>
            <a:r>
              <a:rPr lang="en-IN" dirty="0"/>
              <a:t> – Data extraction and analysis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MySQL Workbench</a:t>
            </a:r>
            <a:r>
              <a:rPr lang="en-IN" dirty="0"/>
              <a:t> – SQL query execution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Python</a:t>
            </a:r>
            <a:r>
              <a:rPr lang="en-IN" dirty="0"/>
              <a:t> – Data analysis and visualization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Pandas</a:t>
            </a:r>
            <a:r>
              <a:rPr lang="en-IN" dirty="0"/>
              <a:t> – Data manipulation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Matplotlib</a:t>
            </a:r>
            <a:r>
              <a:rPr lang="en-IN" dirty="0"/>
              <a:t> – Data visualization</a:t>
            </a:r>
          </a:p>
          <a:p>
            <a:pPr lvl="0"/>
            <a:endParaRPr lang="en-IN" dirty="0"/>
          </a:p>
          <a:p>
            <a:r>
              <a:rPr lang="en-IN" b="1" dirty="0"/>
              <a:t>Methodology</a:t>
            </a: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Imported and explored the dataset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Used SQL queries to analyse business metrics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Used Python to analyse and visualize the data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Derived key business insights from the analysis</a:t>
            </a:r>
          </a:p>
          <a:p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48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6736-DD09-016F-8AE5-BCB915DB6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653142"/>
            <a:ext cx="9404723" cy="566057"/>
          </a:xfrm>
        </p:spPr>
        <p:txBody>
          <a:bodyPr/>
          <a:lstStyle/>
          <a:p>
            <a:r>
              <a:rPr lang="en-IN" sz="2800" b="1" u="sng" dirty="0"/>
              <a:t>KEY PROJECT INSIGHTS</a:t>
            </a:r>
            <a:endParaRPr lang="en-IN" sz="2800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89FC46-F90E-2FFB-693F-BCF4E8ACD973}"/>
              </a:ext>
            </a:extLst>
          </p:cNvPr>
          <p:cNvSpPr txBox="1"/>
          <p:nvPr/>
        </p:nvSpPr>
        <p:spPr>
          <a:xfrm>
            <a:off x="806246" y="1641987"/>
            <a:ext cx="111211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Order Status:</a:t>
            </a:r>
            <a:r>
              <a:rPr lang="en-IN" dirty="0"/>
              <a:t> Delivered orders account for the vast majority of orders.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Payment Methods:</a:t>
            </a:r>
            <a:r>
              <a:rPr lang="en-IN" dirty="0"/>
              <a:t> Credit card is the most commonly used payment method, followed by UPI.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Product Categories:</a:t>
            </a:r>
            <a:r>
              <a:rPr lang="en-IN" dirty="0"/>
              <a:t> Bed &amp; bath has the highest number of products among the top 10 categories.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Customer &amp; Sales Analysis:</a:t>
            </a:r>
            <a:r>
              <a:rPr lang="en-IN" dirty="0"/>
              <a:t> SQL queries helped identify customer locations, order trends, sellers, and revenue patterns.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Python Analysis:</a:t>
            </a:r>
            <a:r>
              <a:rPr lang="en-IN" dirty="0"/>
              <a:t> Pandas was used for data manipulation, while matplotlib was used to </a:t>
            </a:r>
            <a:r>
              <a:rPr lang="en-IN"/>
              <a:t>create visualizations.</a:t>
            </a: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Business Value:</a:t>
            </a:r>
            <a:r>
              <a:rPr lang="en-IN" dirty="0"/>
              <a:t> The analysis helps understand customer behaviour, product demand, payment preferences, and sales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3583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0F90C-567A-D6BE-42F7-E0231A772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07488"/>
          </a:xfrm>
        </p:spPr>
        <p:txBody>
          <a:bodyPr/>
          <a:lstStyle/>
          <a:p>
            <a:r>
              <a:rPr lang="en-IN" sz="2800" b="1" u="sng" dirty="0"/>
              <a:t>VISUALIZATION &amp; RESULTS</a:t>
            </a:r>
            <a:br>
              <a:rPr lang="en-IN" sz="2800" b="1" dirty="0"/>
            </a:br>
            <a:endParaRPr lang="en-IN" sz="2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E08194-B228-9B46-C8A0-9CA4A3CD4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445342"/>
            <a:ext cx="9404723" cy="495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510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C9A1EC-E16B-6998-73E6-4284E2AC4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283" y="304801"/>
            <a:ext cx="9043434" cy="535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690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C61D1D-5A96-634F-C940-5D6107FF8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282" y="914400"/>
            <a:ext cx="9182207" cy="497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3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6F0AE5-6A33-49CA-2FA0-B8246E4C0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855406"/>
            <a:ext cx="9202994" cy="529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281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BBD83-08A2-7BD1-10E9-90DC855F3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222" y="683288"/>
            <a:ext cx="8965612" cy="722725"/>
          </a:xfrm>
        </p:spPr>
        <p:txBody>
          <a:bodyPr/>
          <a:lstStyle/>
          <a:p>
            <a:r>
              <a:rPr lang="en-IN" sz="2800" b="1" u="sng" dirty="0"/>
              <a:t>CONCLUSION &amp; BUSINESS VALUE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AC9B4-01CA-D911-B45D-661C47449CC8}"/>
              </a:ext>
            </a:extLst>
          </p:cNvPr>
          <p:cNvSpPr txBox="1"/>
          <p:nvPr/>
        </p:nvSpPr>
        <p:spPr>
          <a:xfrm>
            <a:off x="1160206" y="1887794"/>
            <a:ext cx="102145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Business Insights:</a:t>
            </a:r>
            <a:r>
              <a:rPr lang="en-IN" dirty="0"/>
              <a:t> The analysis identifies important patterns in orders, products, customers, and payments.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Customer Understanding:</a:t>
            </a:r>
            <a:r>
              <a:rPr lang="en-IN" dirty="0"/>
              <a:t> Customer locations and order trends provide useful information for understanding customer behaviour is fine.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Product Insights:</a:t>
            </a:r>
            <a:r>
              <a:rPr lang="en-IN" dirty="0"/>
              <a:t> Product-category analysis helps identify high-demand product categories is good.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Sales Performance:</a:t>
            </a:r>
            <a:r>
              <a:rPr lang="en-IN" dirty="0"/>
              <a:t> Order trends provide visibility into sales activity over time.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Decision Support:</a:t>
            </a:r>
            <a:r>
              <a:rPr lang="en-IN" dirty="0"/>
              <a:t> SQL and Python analysis can support data-driven business decisions good.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1129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F5066-77A5-9601-7CA3-CD11BC3BF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8576547" cy="1081114"/>
          </a:xfrm>
        </p:spPr>
        <p:txBody>
          <a:bodyPr/>
          <a:lstStyle/>
          <a:p>
            <a:r>
              <a:rPr lang="en-IN" sz="2800" b="1" u="sng" dirty="0"/>
              <a:t>DELIVERABLES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A91B36-029F-01CC-03D9-B60BEE7A13F2}"/>
              </a:ext>
            </a:extLst>
          </p:cNvPr>
          <p:cNvSpPr txBox="1"/>
          <p:nvPr/>
        </p:nvSpPr>
        <p:spPr>
          <a:xfrm>
            <a:off x="1366684" y="2172929"/>
            <a:ext cx="748794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➢ </a:t>
            </a:r>
            <a:r>
              <a:rPr lang="en-IN" b="1" dirty="0"/>
              <a:t>SQL Analysis:</a:t>
            </a:r>
            <a:r>
              <a:rPr lang="en-IN" dirty="0"/>
              <a:t> SQL queries used for data extraction and analysis</a:t>
            </a:r>
            <a:br>
              <a:rPr lang="en-IN" dirty="0"/>
            </a:br>
            <a:r>
              <a:rPr lang="en-IN" dirty="0"/>
              <a:t>➢ </a:t>
            </a:r>
            <a:r>
              <a:rPr lang="en-IN" b="1" dirty="0"/>
              <a:t>Python/</a:t>
            </a:r>
            <a:r>
              <a:rPr lang="en-IN" b="1" dirty="0" err="1"/>
              <a:t>Colab</a:t>
            </a:r>
            <a:r>
              <a:rPr lang="en-IN" b="1" dirty="0"/>
              <a:t> Notebook:</a:t>
            </a:r>
            <a:r>
              <a:rPr lang="en-IN" dirty="0"/>
              <a:t> Data analysis and visualizations</a:t>
            </a:r>
            <a:br>
              <a:rPr lang="en-IN" dirty="0"/>
            </a:br>
            <a:r>
              <a:rPr lang="en-IN" dirty="0"/>
              <a:t>➢ </a:t>
            </a:r>
            <a:r>
              <a:rPr lang="en-IN" b="1" dirty="0"/>
              <a:t>Project Documentation:</a:t>
            </a:r>
            <a:r>
              <a:rPr lang="en-IN" dirty="0"/>
              <a:t> Key insights and business findings</a:t>
            </a:r>
            <a:br>
              <a:rPr lang="en-IN" dirty="0"/>
            </a:br>
            <a:r>
              <a:rPr lang="en-IN" dirty="0"/>
              <a:t>➢ </a:t>
            </a:r>
            <a:r>
              <a:rPr lang="en-IN" b="1" dirty="0"/>
              <a:t>PowerPoint Presentation:</a:t>
            </a:r>
            <a:r>
              <a:rPr lang="en-IN" dirty="0"/>
              <a:t> Project summary and results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589631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47</TotalTime>
  <Words>397</Words>
  <Application>Microsoft Office PowerPoint</Application>
  <PresentationFormat>Widescreen</PresentationFormat>
  <Paragraphs>39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Century Gothic</vt:lpstr>
      <vt:lpstr>Wingdings</vt:lpstr>
      <vt:lpstr>Wingdings 3</vt:lpstr>
      <vt:lpstr>Ion</vt:lpstr>
      <vt:lpstr>Target Database Exploration: An SQL and python approach</vt:lpstr>
      <vt:lpstr>Dataset Files: • Customers.csv – Customer demographic details • Sellers.csv – Seller information • Order_Items.csv – Order item details • Geolocation.csv – Geolocation details • Payments.csv – Payment details • Orders.csv – Order history and details • Products.csv – Product details Goal: Analyse and visualize business metrics using SQL and Python. </vt:lpstr>
      <vt:lpstr>TOOLS &amp; METHODOLOGY </vt:lpstr>
      <vt:lpstr>KEY PROJECT INSIGHTS</vt:lpstr>
      <vt:lpstr>VISUALIZATION &amp; RESULTS </vt:lpstr>
      <vt:lpstr>PowerPoint Presentation</vt:lpstr>
      <vt:lpstr>PowerPoint Presentation</vt:lpstr>
      <vt:lpstr>PowerPoint Presentation</vt:lpstr>
      <vt:lpstr>CONCLUSION &amp; BUSINESS VALUE</vt:lpstr>
      <vt:lpstr>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Mahanand4 Shetty</dc:creator>
  <cp:lastModifiedBy>Mahanand4 Shetty</cp:lastModifiedBy>
  <cp:revision>1</cp:revision>
  <dcterms:created xsi:type="dcterms:W3CDTF">2026-09-19T11:55:35Z</dcterms:created>
  <dcterms:modified xsi:type="dcterms:W3CDTF">2026-09-20T09:12:54Z</dcterms:modified>
</cp:coreProperties>
</file>